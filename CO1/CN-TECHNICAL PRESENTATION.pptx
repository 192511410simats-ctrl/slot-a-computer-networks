
<file path=[Content_Types].xml><?xml version="1.0" encoding="utf-8"?>
<Types xmlns="http://schemas.openxmlformats.org/package/2006/content-types">
  <Default Extension="2qFg34XRlhGrJ2UJw3EylAHaEK" ContentType="image/jpeg"/>
  <Default Extension="AUTrbjzBq8rpKgH5YDznbAHaEK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72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DE65-3668-EF58-2621-B704C18AA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3CF2F-2351-9EB2-3D85-F5B737C76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D7B66-1D2D-7720-127D-2CB2536C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B062A-1D8D-732E-1114-9E672B86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EA852-B795-7F3B-CB11-34148D7E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55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6BD8-92DA-23DA-0ACB-E2E2DE1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99A1-9050-ABC6-768C-1EDAE182F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BB4A9-3CB5-7801-5E54-B2271315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D400-4BD1-972C-8A27-A108583A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ADFE-A62C-BBD0-5507-8157EFD5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54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F053-EB47-9787-7CEA-E2CD9C26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4A362-DBA2-B6D9-8C14-7A4ADEBD2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41C5-F996-3BB4-4228-C9472ADD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C7F8-F26F-2D60-75DE-D18235ED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684E-58B6-A447-3605-550E8F5B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76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5736-8DF8-AF55-3074-323EBCEC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F4C8B-88A0-729D-73DE-9B52E4F6F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14DAA-2D75-A053-0AC7-49F061485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99F3E-084F-C600-3D3B-1EDD6EDC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29888-07E6-ABB2-3DE0-F0AB65E0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B01C1-61E6-8554-E3AA-47AE9B11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5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1BE9-F487-1F01-71EC-71D29287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88F54-4473-B9C6-8513-C124044E1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F1289-342C-3197-27E7-032049F00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551FA-063F-F762-5A69-B30706F99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6F551-1586-A127-B1DF-5E8A7FECF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7BC73-2397-B14A-740C-04EFEBD1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FB5226-599B-178D-4023-E1B81D5E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EA5EC-DD83-293D-455B-9145E58E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46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DB13-A739-12B6-B7AD-3C106543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8C1C6-86AB-3D1B-6B34-E744ADB3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F9400-0392-89C8-6154-1E70149F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8B1B2-111C-2652-8D8C-C0C301CF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77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C61C-F665-70B5-32A0-AD78527B6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F054A-9434-ECC7-3FBC-7EE71688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F4FEF-0258-9AA9-EF04-4CCCD2E4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240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DDF7-5620-AD1B-5C9F-FC5A1DF3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BA726-D0BE-B192-A310-D906A782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A95B8-ABFA-BD82-427E-FDD34D66F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FAA3-40FA-4FA0-DF70-BF6460B4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F5F91-CE94-39A7-16F1-692E34BE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D1F00-5C61-75A5-44AC-BE5A5589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5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C31F1-088B-2C79-09DE-FB0A45B9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8B1C5-D202-19A3-7926-C838D0AF8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B6A68-E168-4206-0F06-C9042F5A6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4A73A-7A18-DABF-93BB-71F3D4597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0C48-165A-2AA0-1851-1F1263E2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34B33-101A-D992-4215-73056A84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E9D1-7A9F-411B-E3E3-4AEF6F05B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15880-DEA9-BB7F-2CE7-C4C062A0B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6287C-51E0-0752-DC0E-48809BB3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F786C-1764-ABDC-3D01-646CA376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2CA37-CC53-00F3-A5C7-4F1C6CA5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68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E0C9C-5BCA-E82B-2E17-1F2ED9E85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195F8-8272-37CD-1147-66DBD1EEB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92A38-EF18-4C38-D26C-D10029B8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54E6-004C-4C7C-AEDC-5F07FA36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8141E-64AC-D9F3-CE9F-1DA2E27B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45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5F484-33BD-1A35-A19A-60DEDC9F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55E08-034C-017A-3570-D5185FFA5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9B76-C955-8CD9-639A-8E29AF879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320E8-82D4-4414-97F6-9108FD37310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4EDDC-5013-6488-1AC2-493299360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06540-B734-1125-A94D-8882DC35E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7D1D4-5FF7-4AAD-99DE-993B2242D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2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AUTrbjzBq8rpKgH5YDznbAHaEK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2qFg34XRlhGrJ2UJw3EylAHaEK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7EFF-1491-23E7-3186-B222CA587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7909" y="2057400"/>
            <a:ext cx="6715125" cy="4405106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Network Traffic Management</a:t>
            </a:r>
            <a:b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NETWORKS-CSA0714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R.JESINTHA [192511410]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:Dr.JESU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JEYARIN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DB0D3-291D-82CB-3182-3B243D9A1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053" y="168138"/>
            <a:ext cx="6467441" cy="970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D76EE8-46BB-7C61-1DCC-97131F4B4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7008" cy="73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2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4CB0A-F123-3704-84DC-F866416931DF}"/>
              </a:ext>
            </a:extLst>
          </p:cNvPr>
          <p:cNvSpPr txBox="1"/>
          <p:nvPr/>
        </p:nvSpPr>
        <p:spPr>
          <a:xfrm>
            <a:off x="5448300" y="1000125"/>
            <a:ext cx="6519477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 in Network Traffic Management?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uses machine learning to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traffic.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congestion before it occurs.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data flow automatically.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network performance and reliability.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2E3313-2A34-3F74-97C0-88A23BFC4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2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CD2E06-ED64-6E9E-93B4-7E94F37561D6}"/>
              </a:ext>
            </a:extLst>
          </p:cNvPr>
          <p:cNvSpPr txBox="1"/>
          <p:nvPr/>
        </p:nvSpPr>
        <p:spPr>
          <a:xfrm>
            <a:off x="6096000" y="1104900"/>
            <a:ext cx="6572250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Applications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traffic routing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optimization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prediction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and cyberattack detection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monitoring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5FD530-F1E1-84F3-FCA6-CA5E60AA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53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257FD-2E93-3A0B-42EE-304AA07251C6}"/>
              </a:ext>
            </a:extLst>
          </p:cNvPr>
          <p:cNvSpPr txBox="1"/>
          <p:nvPr/>
        </p:nvSpPr>
        <p:spPr>
          <a:xfrm>
            <a:off x="6096000" y="1066800"/>
            <a:ext cx="720089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transmission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network congestion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operational costs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Quality of Service (QoS)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 and 5G networks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FED5B-57CB-5624-04B4-72C71B32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1435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2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7BB0C-4FD2-5E3F-B0CC-934CC9990F2D}"/>
              </a:ext>
            </a:extLst>
          </p:cNvPr>
          <p:cNvSpPr txBox="1"/>
          <p:nvPr/>
        </p:nvSpPr>
        <p:spPr>
          <a:xfrm>
            <a:off x="5010150" y="1171575"/>
            <a:ext cx="6468437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makes networks smarter and more efficient.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traffic management.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downtime and improves user experience.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vital role in future communication networks.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1FBFF-632A-98E7-A553-179A6A226585}"/>
              </a:ext>
            </a:extLst>
          </p:cNvPr>
          <p:cNvSpPr txBox="1"/>
          <p:nvPr/>
        </p:nvSpPr>
        <p:spPr>
          <a:xfrm>
            <a:off x="6002518" y="5305187"/>
            <a:ext cx="381347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74418-BE9A-6DA5-70C9-540C87785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6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5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Artificial Intelligence for Network Traffic Management  COMPUTER NETWORKS-CSA0714 PRESENTED BY: R.JESINTHA [192511410] GUIDED BY:Dr.JESU JEYARIN SIMATS ENGINEERING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Jesintha Robert</dc:creator>
  <cp:lastModifiedBy>Jesintha Robert</cp:lastModifiedBy>
  <cp:revision>4</cp:revision>
  <dcterms:created xsi:type="dcterms:W3CDTF">2026-07-15T05:30:15Z</dcterms:created>
  <dcterms:modified xsi:type="dcterms:W3CDTF">2026-07-15T05:50:38Z</dcterms:modified>
</cp:coreProperties>
</file>